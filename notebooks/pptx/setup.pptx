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6"/>
  </p:normalViewPr>
  <p:slideViewPr>
    <p:cSldViewPr snapToGrid="0">
      <p:cViewPr>
        <p:scale>
          <a:sx n="119" d="100"/>
          <a:sy n="119" d="100"/>
        </p:scale>
        <p:origin x="50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F21D-BCD8-052C-3A62-002AA5066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87292-B471-F4DE-C021-F903D5AF8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7302-6A30-AAD8-0F68-D4433B10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D7EBD-5F0E-145B-93B7-E02AA681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01FA4-8B5E-3868-8D0C-7E68C543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9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4579-F50E-EA53-D6F5-D6AC1704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90EC-DDB4-9583-1711-82C92DF0E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D1FC-8EF4-8B10-78F4-140E4164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7DB74-D88A-E2FA-D874-BB8F588A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1CE3B-CC80-8FDC-A65A-533C3A0B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4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7128-95A4-8802-F2D2-363B7275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164DD-C37D-FB5A-42D6-A4B72A177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276F-794B-AF5E-1C02-2B60A31F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E731D-6DB6-019C-AD1D-759FBCA5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7ED87-C76E-035A-F442-5BAA9FAB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6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2858-6501-5173-88AD-55FC4715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4384F-79BC-B0CE-FE03-92039F27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097F2-944E-A2DC-AE31-B3DE42C01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519E-BC4F-8AD9-1BC4-51D3D626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D09AE-661D-0EE3-0B24-FB13E8D7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0C7A9-B443-3DE8-D4A4-1E1C818C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5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21FD-28AB-9AD3-65DB-4947A6D9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B6F5B-D246-37E7-8B3D-2C5F7BCE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52522-7536-3A35-FDF1-6467D7311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1D4FE-DB01-32D6-2DB4-AE5798327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8F622-A106-5442-504B-3DC599A49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75152-355A-5C28-2776-FF4391F0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B2CB7-8EBE-8672-0F48-29D8F483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54299-64E1-676E-B6B3-2E23D94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6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2FE3-0A63-4353-A2B5-70850E2E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E9F63-5D37-8EAA-0026-B0F1E411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58705-9A7A-FCB4-C981-C5DAF3B9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858F-9618-72A9-9D2A-C435967F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0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3BAAB-98E8-4D15-5B58-2968CCF6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7805-EBFA-A02B-4635-A64207F1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B03EE-5A5F-4FE6-07FD-0F64CC4D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1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96F6-46E8-D8B1-608E-8006C2B1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3F60-B071-4C1C-791D-4839ACBF0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00377-3F06-1003-BBDC-6E977468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422B-93E7-9810-B755-F3AF5830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20E1C-4753-9843-B672-E2B1F1F0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B1BD0-D5C4-C39B-8F9B-1F81A6B4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7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4A34-6F30-3B44-1F92-AE13CD899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6F345-24B4-1E0E-1DF4-F063EA66E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5948B-AE47-6C29-599F-DC018FEEA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2AD0D-70C8-0A1C-F2A8-6FF1293D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0C69-FC9C-64C8-E1F8-35F242E5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CC97-1810-26BE-DB46-1288BD78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FC28-96A4-E05B-45FA-B8BDD2AE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2541E-CF20-827D-A1F3-13265A591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9146E-68FD-7910-1686-B17457E6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183E3-DF0A-78CF-42A3-DAEEC92E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BB6D7-730B-CCE5-6EAC-757B306D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1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004CD-3510-ED9E-E417-B7161F14C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F9210-415F-96A9-C9AE-62754159A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6F716-1037-ABEB-129E-08A1B9E8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047E4-2014-D31E-9454-1030B75C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25483-B65C-9C19-5BB0-DC13F978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9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2C009-7C9F-859D-0A14-A0A85C56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DA23B-0A8D-477D-608F-55D7093A6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FC888-D6D0-E547-167B-4A32BEB97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614A0-E183-7D4B-A128-D9BA30F29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38AE1-8A58-C3AF-68DF-CA027BBAB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8127E-0F57-E50E-2162-47DE78142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AE29F-2845-5442-9577-71EEE9AF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8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2C47C0-DC9D-7198-02BD-E94115EA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184" y="6003769"/>
            <a:ext cx="1912097" cy="56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9C20CE-5245-46CE-A6F2-91325338D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343" y="6045168"/>
            <a:ext cx="2396191" cy="485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81F49-63A2-D55A-8D3D-A35B5A51A570}"/>
              </a:ext>
            </a:extLst>
          </p:cNvPr>
          <p:cNvSpPr txBox="1"/>
          <p:nvPr/>
        </p:nvSpPr>
        <p:spPr>
          <a:xfrm>
            <a:off x="220866" y="290457"/>
            <a:ext cx="8503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Getting Set 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BD75F-20BD-3A13-8BDA-3C40C671937D}"/>
              </a:ext>
            </a:extLst>
          </p:cNvPr>
          <p:cNvSpPr txBox="1"/>
          <p:nvPr/>
        </p:nvSpPr>
        <p:spPr>
          <a:xfrm>
            <a:off x="229718" y="991497"/>
            <a:ext cx="1108732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Head to </a:t>
            </a:r>
            <a:r>
              <a:rPr lang="en-US" sz="2000" b="1" dirty="0" err="1">
                <a:solidFill>
                  <a:schemeClr val="bg1"/>
                </a:solidFill>
                <a:latin typeface="Helvetica" pitchFamily="2" charset="0"/>
              </a:rPr>
              <a:t>pods.acceleratescience.co.uk</a:t>
            </a:r>
            <a:endParaRPr lang="en-US" sz="2000" b="1" dirty="0">
              <a:solidFill>
                <a:schemeClr val="bg1"/>
              </a:solidFill>
              <a:latin typeface="Helvetica" pitchFamily="2" charset="0"/>
            </a:endParaRPr>
          </a:p>
          <a:p>
            <a:endParaRPr lang="en-US" sz="2000" b="1" dirty="0">
              <a:solidFill>
                <a:schemeClr val="bg1"/>
              </a:solidFill>
              <a:latin typeface="Helvetica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Username: 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local part of workshop registered email (e.g. </a:t>
            </a:r>
            <a:r>
              <a:rPr lang="en-US" sz="2000" b="1" dirty="0" err="1">
                <a:solidFill>
                  <a:schemeClr val="bg1"/>
                </a:solidFill>
                <a:latin typeface="Helvetica" pitchFamily="2" charset="0"/>
              </a:rPr>
              <a:t>fingriffin@gmail.com</a:t>
            </a: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has username </a:t>
            </a:r>
            <a:r>
              <a:rPr lang="en-US" sz="2000" b="1" dirty="0" err="1">
                <a:solidFill>
                  <a:schemeClr val="bg1"/>
                </a:solidFill>
                <a:latin typeface="Helvetica" pitchFamily="2" charset="0"/>
              </a:rPr>
              <a:t>fingriffin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Password: 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Acceler8</a:t>
            </a:r>
            <a:endParaRPr lang="en-US" sz="2000" b="1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Choose IDE (</a:t>
            </a:r>
            <a:r>
              <a:rPr lang="en-US" sz="2000" dirty="0" err="1">
                <a:solidFill>
                  <a:schemeClr val="bg1"/>
                </a:solidFill>
                <a:latin typeface="Helvetica" pitchFamily="2" charset="0"/>
              </a:rPr>
              <a:t>VSCode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or </a:t>
            </a:r>
            <a:r>
              <a:rPr lang="en-US" sz="2000" dirty="0" err="1">
                <a:solidFill>
                  <a:schemeClr val="bg1"/>
                </a:solidFill>
                <a:latin typeface="Helvetica" pitchFamily="2" charset="0"/>
              </a:rPr>
              <a:t>JupyterLab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Once in the IDE, navigate to </a:t>
            </a:r>
            <a:r>
              <a:rPr lang="en-US" sz="2000" i="1" dirty="0">
                <a:solidFill>
                  <a:schemeClr val="bg1"/>
                </a:solidFill>
                <a:latin typeface="Helvetica" pitchFamily="2" charset="0"/>
              </a:rPr>
              <a:t>notebooks/</a:t>
            </a:r>
            <a:r>
              <a:rPr lang="en-US" sz="2000" i="1" dirty="0" err="1">
                <a:solidFill>
                  <a:schemeClr val="bg1"/>
                </a:solidFill>
                <a:latin typeface="Helvetica" pitchFamily="2" charset="0"/>
              </a:rPr>
              <a:t>hands_on_conjecture_engine.ipynb</a:t>
            </a:r>
            <a:r>
              <a:rPr lang="en-US" sz="2000" i="1" dirty="0">
                <a:solidFill>
                  <a:schemeClr val="bg1"/>
                </a:solidFill>
                <a:latin typeface="Helvetica" pitchFamily="2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solidFill>
                <a:schemeClr val="bg1"/>
              </a:solidFill>
              <a:latin typeface="Helvetica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Raise your hand if you have any trouble!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F17025-5A80-77F5-E292-B9FA91452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55" y="3316825"/>
            <a:ext cx="4184500" cy="165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77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72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Griffin</dc:creator>
  <cp:lastModifiedBy>Finley Griffin</cp:lastModifiedBy>
  <cp:revision>2</cp:revision>
  <cp:lastPrinted>2026-02-24T11:33:57Z</cp:lastPrinted>
  <dcterms:created xsi:type="dcterms:W3CDTF">2026-02-24T11:14:48Z</dcterms:created>
  <dcterms:modified xsi:type="dcterms:W3CDTF">2026-02-24T11:35:00Z</dcterms:modified>
</cp:coreProperties>
</file>